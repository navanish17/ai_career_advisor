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embeddedFontLst>
    <p:embeddedFont>
      <p:font typeface="Inter" panose="020B0604020202020204" charset="0"/>
      <p:regular r:id="rId11"/>
      <p:bold r:id="rId12"/>
      <p:italic r:id="rId13"/>
      <p:boldItalic r:id="rId14"/>
    </p:embeddedFont>
    <p:embeddedFont>
      <p:font typeface="Inter SemiBold" panose="020B0604020202020204" charset="0"/>
      <p:regular r:id="rId15"/>
      <p:bold r:id="rId16"/>
      <p:italic r:id="rId17"/>
      <p:boldItalic r:id="rId18"/>
    </p:embeddedFont>
    <p:embeddedFont>
      <p:font typeface="Plus Jakarta Sans" panose="020B0604020202020204" charset="0"/>
      <p:regular r:id="rId19"/>
      <p:bold r:id="rId20"/>
      <p:italic r:id="rId21"/>
      <p:boldItalic r:id="rId22"/>
    </p:embeddedFont>
    <p:embeddedFont>
      <p:font typeface="Plus Jakarta Sans ExtraBold" panose="020B0604020202020204" charset="0"/>
      <p:bold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0" d="100"/>
          <a:sy n="60" d="100"/>
        </p:scale>
        <p:origin x="884" y="32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font" Target="fonts/font14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font" Target="fonts/font13.fntdata"/><Relationship Id="rId28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font" Target="fonts/font12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18" Type="http://schemas.openxmlformats.org/officeDocument/2006/relationships/image" Target="../media/image32.png"/><Relationship Id="rId3" Type="http://schemas.openxmlformats.org/officeDocument/2006/relationships/image" Target="../media/image1.png"/><Relationship Id="rId21" Type="http://schemas.openxmlformats.org/officeDocument/2006/relationships/image" Target="../media/image35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31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30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10" Type="http://schemas.openxmlformats.org/officeDocument/2006/relationships/image" Target="../media/image24.png"/><Relationship Id="rId19" Type="http://schemas.openxmlformats.org/officeDocument/2006/relationships/image" Target="../media/image33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4471987"/>
            <a:ext cx="8572500" cy="996255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762000" y="1580257"/>
            <a:ext cx="85725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PROJECT OVERVIEW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762000" y="1980307"/>
            <a:ext cx="9001125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i="0" u="none" strike="noStrike" cap="none">
                <a:solidFill>
                  <a:srgbClr val="0F172A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AI CareerPilot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762000" y="3237607"/>
            <a:ext cx="8572500" cy="85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 modern AI platform that guides students in choosing the right career, degree, top colleges, and jobs.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962025" y="4672012"/>
            <a:ext cx="8172450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Developed By: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962025" y="4963417"/>
            <a:ext cx="81724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Navanish Pandey &amp; Priyanshu Kumar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91400" y="1837283"/>
            <a:ext cx="4038600" cy="428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391400" y="1837283"/>
            <a:ext cx="4038600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4"/>
          <p:cNvSpPr txBox="1"/>
          <p:nvPr/>
        </p:nvSpPr>
        <p:spPr>
          <a:xfrm>
            <a:off x="1104900" y="2251025"/>
            <a:ext cx="5715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No clarity on career choices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1104900" y="2852886"/>
            <a:ext cx="5715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Confusion in selecting stream &amp; degree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1104900" y="3454747"/>
            <a:ext cx="5715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Scattered information about top colleges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1104900" y="4056608"/>
            <a:ext cx="5715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Unclear job opportunities for specific education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1104900" y="4658469"/>
            <a:ext cx="5715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Lack of awareness about scholarships &amp; deadlines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1104900" y="5260330"/>
            <a:ext cx="5715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No personalized step-by-step roadmap for careers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762000" y="571500"/>
            <a:ext cx="11201400" cy="53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The Problem</a:t>
            </a:r>
            <a:endParaRPr/>
          </a:p>
        </p:txBody>
      </p:sp>
      <p:sp>
        <p:nvSpPr>
          <p:cNvPr id="105" name="Google Shape;105;p14"/>
          <p:cNvSpPr/>
          <p:nvPr/>
        </p:nvSpPr>
        <p:spPr>
          <a:xfrm>
            <a:off x="762000" y="1264890"/>
            <a:ext cx="10668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6" name="Google Shape;106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000" y="2289125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000" y="2890986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000" y="3492847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000" y="4094708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000" y="4696569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000" y="5298430"/>
            <a:ext cx="228600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91400" y="1837283"/>
            <a:ext cx="4038600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762000" y="1963489"/>
            <a:ext cx="58674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 Centralized AI System</a:t>
            </a:r>
            <a:endParaRPr/>
          </a:p>
        </p:txBody>
      </p:sp>
      <p:pic>
        <p:nvPicPr>
          <p:cNvPr id="119" name="Google Shape;119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391400" y="1837283"/>
            <a:ext cx="4038600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5"/>
          <p:cNvSpPr txBox="1"/>
          <p:nvPr/>
        </p:nvSpPr>
        <p:spPr>
          <a:xfrm>
            <a:off x="1104900" y="2614910"/>
            <a:ext cx="55245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Identifying interests &amp; strengths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1104900" y="3216771"/>
            <a:ext cx="55245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Recommending suitable careers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1104900" y="3818632"/>
            <a:ext cx="55245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Providing complete step-by-step career roadmaps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1104900" y="4420492"/>
            <a:ext cx="55245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Suggesting best streams &amp; degrees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1104900" y="5022353"/>
            <a:ext cx="55245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Showing nearby top colleges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1104900" y="5624214"/>
            <a:ext cx="55245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Displaying scholarship &amp; admission timelines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762000" y="571500"/>
            <a:ext cx="11201400" cy="53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Our Solution</a:t>
            </a:r>
            <a:endParaRPr/>
          </a:p>
        </p:txBody>
      </p:sp>
      <p:sp>
        <p:nvSpPr>
          <p:cNvPr id="127" name="Google Shape;127;p15"/>
          <p:cNvSpPr/>
          <p:nvPr/>
        </p:nvSpPr>
        <p:spPr>
          <a:xfrm>
            <a:off x="762000" y="1264890"/>
            <a:ext cx="10668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8" name="Google Shape;128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000" y="2653010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000" y="3254871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000" y="3856732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000" y="4458592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000" y="5060453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000" y="5662314"/>
            <a:ext cx="228600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2375445"/>
            <a:ext cx="5143500" cy="65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375445"/>
            <a:ext cx="5143500" cy="65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3223170"/>
            <a:ext cx="5143500" cy="666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3223170"/>
            <a:ext cx="5143500" cy="666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4080420"/>
            <a:ext cx="5143500" cy="65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4080420"/>
            <a:ext cx="5143500" cy="65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4928145"/>
            <a:ext cx="5143500" cy="65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4928145"/>
            <a:ext cx="5143500" cy="65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57250" y="2508795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81750" y="2508795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57250" y="3356520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381750" y="3356520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57250" y="4213770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6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381750" y="4213770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6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57250" y="5061495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6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381750" y="5061495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6"/>
          <p:cNvSpPr txBox="1"/>
          <p:nvPr/>
        </p:nvSpPr>
        <p:spPr>
          <a:xfrm>
            <a:off x="1266825" y="2470695"/>
            <a:ext cx="202882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User Setup </a:t>
            </a:r>
            <a:r>
              <a:rPr lang="en-US" sz="1200" b="0" i="0" u="none" strike="noStrike" cap="none" dirty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Class, location, language</a:t>
            </a:r>
            <a:endParaRPr dirty="0"/>
          </a:p>
        </p:txBody>
      </p:sp>
      <p:sp>
        <p:nvSpPr>
          <p:cNvPr id="156" name="Google Shape;156;p16"/>
          <p:cNvSpPr txBox="1"/>
          <p:nvPr/>
        </p:nvSpPr>
        <p:spPr>
          <a:xfrm>
            <a:off x="6791325" y="2470695"/>
            <a:ext cx="28479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Path Selection </a:t>
            </a:r>
            <a:r>
              <a:rPr lang="en-US" sz="1200" b="0" i="0" u="none" strike="noStrike" cap="none" dirty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Quiz OR Interest OR Dream Career</a:t>
            </a:r>
            <a:endParaRPr dirty="0"/>
          </a:p>
        </p:txBody>
      </p:sp>
      <p:sp>
        <p:nvSpPr>
          <p:cNvPr id="157" name="Google Shape;157;p16"/>
          <p:cNvSpPr txBox="1"/>
          <p:nvPr/>
        </p:nvSpPr>
        <p:spPr>
          <a:xfrm>
            <a:off x="1266825" y="3318420"/>
            <a:ext cx="286702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AI Recommendation </a:t>
            </a:r>
            <a:r>
              <a:rPr lang="en-US" sz="1200" b="0" i="0" u="none" strike="noStrike" cap="none" dirty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Best-fit careers with required skills</a:t>
            </a:r>
            <a:endParaRPr dirty="0"/>
          </a:p>
        </p:txBody>
      </p:sp>
      <p:sp>
        <p:nvSpPr>
          <p:cNvPr id="158" name="Google Shape;158;p16"/>
          <p:cNvSpPr txBox="1"/>
          <p:nvPr/>
        </p:nvSpPr>
        <p:spPr>
          <a:xfrm>
            <a:off x="6791325" y="3318420"/>
            <a:ext cx="30861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Roadmap Generation </a:t>
            </a:r>
            <a:r>
              <a:rPr lang="en-US" sz="1200" b="0" i="0" u="none" strike="noStrike" cap="none" dirty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Subjects → Degree → Exams → Skills</a:t>
            </a:r>
            <a:endParaRPr dirty="0"/>
          </a:p>
        </p:txBody>
      </p:sp>
      <p:sp>
        <p:nvSpPr>
          <p:cNvPr id="159" name="Google Shape;159;p16"/>
          <p:cNvSpPr txBox="1"/>
          <p:nvPr/>
        </p:nvSpPr>
        <p:spPr>
          <a:xfrm>
            <a:off x="1266825" y="4175670"/>
            <a:ext cx="2619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College Finder </a:t>
            </a:r>
            <a:r>
              <a:rPr lang="en-US" sz="1200" b="0" i="0" u="none" strike="noStrike" cap="none" dirty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Nearby top colleges with details</a:t>
            </a:r>
            <a:endParaRPr dirty="0"/>
          </a:p>
        </p:txBody>
      </p:sp>
      <p:sp>
        <p:nvSpPr>
          <p:cNvPr id="160" name="Google Shape;160;p16"/>
          <p:cNvSpPr txBox="1"/>
          <p:nvPr/>
        </p:nvSpPr>
        <p:spPr>
          <a:xfrm>
            <a:off x="6791325" y="4175670"/>
            <a:ext cx="16954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Scholarship Alerts </a:t>
            </a:r>
            <a:r>
              <a:rPr lang="en-US" sz="1200" b="0" i="0" u="none" strike="noStrike" cap="none" dirty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Eligibility &amp; deadlines</a:t>
            </a:r>
            <a:endParaRPr dirty="0"/>
          </a:p>
        </p:txBody>
      </p:sp>
      <p:sp>
        <p:nvSpPr>
          <p:cNvPr id="161" name="Google Shape;161;p16"/>
          <p:cNvSpPr txBox="1"/>
          <p:nvPr/>
        </p:nvSpPr>
        <p:spPr>
          <a:xfrm>
            <a:off x="1266825" y="5023395"/>
            <a:ext cx="20002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Job Insights </a:t>
            </a:r>
            <a:r>
              <a:rPr lang="en-US" sz="1200" b="0" i="0" u="none" strike="noStrike" cap="none" dirty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Top trending job options</a:t>
            </a:r>
            <a:endParaRPr dirty="0"/>
          </a:p>
        </p:txBody>
      </p:sp>
      <p:sp>
        <p:nvSpPr>
          <p:cNvPr id="162" name="Google Shape;162;p16"/>
          <p:cNvSpPr txBox="1"/>
          <p:nvPr/>
        </p:nvSpPr>
        <p:spPr>
          <a:xfrm>
            <a:off x="6791325" y="5023395"/>
            <a:ext cx="25050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Personal Dashboard  </a:t>
            </a:r>
            <a:r>
              <a:rPr lang="en-US" sz="1200" b="0" i="0" u="none" strike="noStrike" cap="none" dirty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Saves progress &amp; notifications</a:t>
            </a:r>
            <a:endParaRPr dirty="0"/>
          </a:p>
        </p:txBody>
      </p:sp>
      <p:sp>
        <p:nvSpPr>
          <p:cNvPr id="163" name="Google Shape;163;p16"/>
          <p:cNvSpPr txBox="1"/>
          <p:nvPr/>
        </p:nvSpPr>
        <p:spPr>
          <a:xfrm>
            <a:off x="762000" y="571500"/>
            <a:ext cx="11201400" cy="53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System Workflow</a:t>
            </a:r>
            <a:endParaRPr/>
          </a:p>
        </p:txBody>
      </p:sp>
      <p:sp>
        <p:nvSpPr>
          <p:cNvPr id="164" name="Google Shape;164;p16"/>
          <p:cNvSpPr/>
          <p:nvPr/>
        </p:nvSpPr>
        <p:spPr>
          <a:xfrm>
            <a:off x="762000" y="1264890"/>
            <a:ext cx="10668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2067966"/>
            <a:ext cx="3403550" cy="179814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94150" y="2067966"/>
            <a:ext cx="3403550" cy="179814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26300" y="2067966"/>
            <a:ext cx="3403699" cy="179814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62000" y="4094708"/>
            <a:ext cx="3403550" cy="179814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394150" y="4094708"/>
            <a:ext cx="3403550" cy="179814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026300" y="4094708"/>
            <a:ext cx="3403699" cy="179814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17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00125" y="2306091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7"/>
          <p:cNvSpPr txBox="1"/>
          <p:nvPr/>
        </p:nvSpPr>
        <p:spPr>
          <a:xfrm>
            <a:off x="1000125" y="2856648"/>
            <a:ext cx="2326384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Career Recommendation</a:t>
            </a:r>
            <a:endParaRPr dirty="0"/>
          </a:p>
        </p:txBody>
      </p:sp>
      <p:sp>
        <p:nvSpPr>
          <p:cNvPr id="178" name="Google Shape;178;p17"/>
          <p:cNvSpPr txBox="1"/>
          <p:nvPr/>
        </p:nvSpPr>
        <p:spPr>
          <a:xfrm>
            <a:off x="1000125" y="3294799"/>
            <a:ext cx="2927300" cy="426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Matches user interest &amp; strengths to real-world careers.</a:t>
            </a:r>
            <a:endParaRPr dirty="0"/>
          </a:p>
        </p:txBody>
      </p:sp>
      <p:pic>
        <p:nvPicPr>
          <p:cNvPr id="179" name="Google Shape;179;p17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632275" y="2306091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17"/>
          <p:cNvSpPr txBox="1"/>
          <p:nvPr/>
        </p:nvSpPr>
        <p:spPr>
          <a:xfrm>
            <a:off x="4632275" y="2915691"/>
            <a:ext cx="2368421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Backward Career Planner</a:t>
            </a:r>
            <a:endParaRPr/>
          </a:p>
        </p:txBody>
      </p:sp>
      <p:sp>
        <p:nvSpPr>
          <p:cNvPr id="181" name="Google Shape;181;p17"/>
          <p:cNvSpPr txBox="1"/>
          <p:nvPr/>
        </p:nvSpPr>
        <p:spPr>
          <a:xfrm>
            <a:off x="4632275" y="3201441"/>
            <a:ext cx="2927300" cy="426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Structured roadmap from Job → education → college.</a:t>
            </a:r>
            <a:endParaRPr/>
          </a:p>
        </p:txBody>
      </p:sp>
      <p:pic>
        <p:nvPicPr>
          <p:cNvPr id="182" name="Google Shape;182;p17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264425" y="2306091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7"/>
          <p:cNvSpPr txBox="1"/>
          <p:nvPr/>
        </p:nvSpPr>
        <p:spPr>
          <a:xfrm>
            <a:off x="8264425" y="2810916"/>
            <a:ext cx="1728341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Top College Finder</a:t>
            </a:r>
            <a:endParaRPr dirty="0"/>
          </a:p>
        </p:txBody>
      </p:sp>
      <p:sp>
        <p:nvSpPr>
          <p:cNvPr id="184" name="Google Shape;184;p17"/>
          <p:cNvSpPr txBox="1"/>
          <p:nvPr/>
        </p:nvSpPr>
        <p:spPr>
          <a:xfrm>
            <a:off x="8264425" y="3269867"/>
            <a:ext cx="2927449" cy="426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Shows top colleges (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Govt+Private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) with courses &amp; fees.</a:t>
            </a:r>
            <a:endParaRPr dirty="0"/>
          </a:p>
        </p:txBody>
      </p:sp>
      <p:pic>
        <p:nvPicPr>
          <p:cNvPr id="185" name="Google Shape;185;p17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000125" y="4332833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7"/>
          <p:cNvSpPr txBox="1"/>
          <p:nvPr/>
        </p:nvSpPr>
        <p:spPr>
          <a:xfrm>
            <a:off x="1000125" y="4942433"/>
            <a:ext cx="2534379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Stream &amp; Degree Guidance</a:t>
            </a:r>
            <a:endParaRPr/>
          </a:p>
        </p:txBody>
      </p:sp>
      <p:sp>
        <p:nvSpPr>
          <p:cNvPr id="187" name="Google Shape;187;p17"/>
          <p:cNvSpPr txBox="1"/>
          <p:nvPr/>
        </p:nvSpPr>
        <p:spPr>
          <a:xfrm>
            <a:off x="1000125" y="5228183"/>
            <a:ext cx="2667000" cy="213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Helps select the right academic path.</a:t>
            </a:r>
            <a:endParaRPr/>
          </a:p>
        </p:txBody>
      </p:sp>
      <p:pic>
        <p:nvPicPr>
          <p:cNvPr id="188" name="Google Shape;188;p17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4632275" y="4332833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7"/>
          <p:cNvSpPr txBox="1"/>
          <p:nvPr/>
        </p:nvSpPr>
        <p:spPr>
          <a:xfrm>
            <a:off x="4632275" y="4821332"/>
            <a:ext cx="1668333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Scholarship Alerts</a:t>
            </a:r>
            <a:endParaRPr dirty="0"/>
          </a:p>
        </p:txBody>
      </p:sp>
      <p:sp>
        <p:nvSpPr>
          <p:cNvPr id="190" name="Google Shape;190;p17"/>
          <p:cNvSpPr txBox="1"/>
          <p:nvPr/>
        </p:nvSpPr>
        <p:spPr>
          <a:xfrm>
            <a:off x="4632275" y="5277457"/>
            <a:ext cx="2927300" cy="426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Keeps students updated with admission timelines.</a:t>
            </a:r>
            <a:endParaRPr dirty="0"/>
          </a:p>
        </p:txBody>
      </p:sp>
      <p:pic>
        <p:nvPicPr>
          <p:cNvPr id="191" name="Google Shape;191;p17" descr="image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8264425" y="4332833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7"/>
          <p:cNvSpPr txBox="1"/>
          <p:nvPr/>
        </p:nvSpPr>
        <p:spPr>
          <a:xfrm>
            <a:off x="8264425" y="4942433"/>
            <a:ext cx="1572227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AI Chat Assistant</a:t>
            </a:r>
            <a:endParaRPr/>
          </a:p>
        </p:txBody>
      </p:sp>
      <p:sp>
        <p:nvSpPr>
          <p:cNvPr id="193" name="Google Shape;193;p17"/>
          <p:cNvSpPr txBox="1"/>
          <p:nvPr/>
        </p:nvSpPr>
        <p:spPr>
          <a:xfrm>
            <a:off x="8264425" y="5228183"/>
            <a:ext cx="2927449" cy="426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Answers education &amp; career-related queries anytime.</a:t>
            </a:r>
            <a:endParaRPr/>
          </a:p>
        </p:txBody>
      </p:sp>
      <p:pic>
        <p:nvPicPr>
          <p:cNvPr id="194" name="Google Shape;194;p17" descr="image.png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1133475" y="2439441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17" descr="image.png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765625" y="2439441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17" descr="image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8397775" y="2439441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17" descr="image.png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1109662" y="4466183"/>
            <a:ext cx="23812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17" descr="image.png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4775150" y="4466183"/>
            <a:ext cx="17145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17" descr="image.png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8373963" y="4466183"/>
            <a:ext cx="238125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17"/>
          <p:cNvSpPr txBox="1"/>
          <p:nvPr/>
        </p:nvSpPr>
        <p:spPr>
          <a:xfrm>
            <a:off x="762000" y="571500"/>
            <a:ext cx="11201400" cy="53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Core Features</a:t>
            </a:r>
            <a:endParaRPr/>
          </a:p>
        </p:txBody>
      </p:sp>
      <p:sp>
        <p:nvSpPr>
          <p:cNvPr id="201" name="Google Shape;201;p17"/>
          <p:cNvSpPr/>
          <p:nvPr/>
        </p:nvSpPr>
        <p:spPr>
          <a:xfrm>
            <a:off x="762000" y="1264890"/>
            <a:ext cx="10668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653462" y="5054798"/>
            <a:ext cx="504825" cy="571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2038498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18"/>
          <p:cNvSpPr txBox="1"/>
          <p:nvPr/>
        </p:nvSpPr>
        <p:spPr>
          <a:xfrm>
            <a:off x="1181100" y="1971823"/>
            <a:ext cx="4860607" cy="272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Domain-Specific</a:t>
            </a:r>
            <a:endParaRPr/>
          </a:p>
        </p:txBody>
      </p:sp>
      <p:sp>
        <p:nvSpPr>
          <p:cNvPr id="210" name="Google Shape;210;p18"/>
          <p:cNvSpPr txBox="1"/>
          <p:nvPr/>
        </p:nvSpPr>
        <p:spPr>
          <a:xfrm>
            <a:off x="1181100" y="2415629"/>
            <a:ext cx="462915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Focused entirely on student career guidance — not a general chatbot.</a:t>
            </a:r>
            <a:endParaRPr/>
          </a:p>
        </p:txBody>
      </p:sp>
      <p:sp>
        <p:nvSpPr>
          <p:cNvPr id="211" name="Google Shape;211;p18"/>
          <p:cNvSpPr txBox="1"/>
          <p:nvPr/>
        </p:nvSpPr>
        <p:spPr>
          <a:xfrm>
            <a:off x="952500" y="3469034"/>
            <a:ext cx="5100637" cy="272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Verified Data (RAG)</a:t>
            </a:r>
            <a:endParaRPr/>
          </a:p>
        </p:txBody>
      </p:sp>
      <p:sp>
        <p:nvSpPr>
          <p:cNvPr id="212" name="Google Shape;212;p18"/>
          <p:cNvSpPr txBox="1"/>
          <p:nvPr/>
        </p:nvSpPr>
        <p:spPr>
          <a:xfrm>
            <a:off x="952500" y="3912840"/>
            <a:ext cx="485775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Uses official government &amp; educational sources to lower hallucination.</a:t>
            </a:r>
            <a:endParaRPr/>
          </a:p>
        </p:txBody>
      </p:sp>
      <p:pic>
        <p:nvPicPr>
          <p:cNvPr id="213" name="Google Shape;213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000" y="5032920"/>
            <a:ext cx="20002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18"/>
          <p:cNvSpPr txBox="1"/>
          <p:nvPr/>
        </p:nvSpPr>
        <p:spPr>
          <a:xfrm>
            <a:off x="1152525" y="4966245"/>
            <a:ext cx="4240530" cy="272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Roadmap Comparison</a:t>
            </a:r>
            <a:endParaRPr/>
          </a:p>
        </p:txBody>
      </p:sp>
      <p:sp>
        <p:nvSpPr>
          <p:cNvPr id="215" name="Google Shape;215;p18"/>
          <p:cNvSpPr txBox="1"/>
          <p:nvPr/>
        </p:nvSpPr>
        <p:spPr>
          <a:xfrm>
            <a:off x="1152525" y="5410051"/>
            <a:ext cx="40386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Creates mind-map view for 2–4 saved roadmaps.</a:t>
            </a:r>
            <a:endParaRPr/>
          </a:p>
        </p:txBody>
      </p:sp>
      <p:pic>
        <p:nvPicPr>
          <p:cNvPr id="216" name="Google Shape;216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81750" y="2210841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18"/>
          <p:cNvSpPr txBox="1"/>
          <p:nvPr/>
        </p:nvSpPr>
        <p:spPr>
          <a:xfrm>
            <a:off x="6858000" y="2144166"/>
            <a:ext cx="4800600" cy="272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Personalized Dashboard</a:t>
            </a:r>
            <a:endParaRPr/>
          </a:p>
        </p:txBody>
      </p:sp>
      <p:sp>
        <p:nvSpPr>
          <p:cNvPr id="218" name="Google Shape;218;p18"/>
          <p:cNvSpPr txBox="1"/>
          <p:nvPr/>
        </p:nvSpPr>
        <p:spPr>
          <a:xfrm>
            <a:off x="6858000" y="2587972"/>
            <a:ext cx="4572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Saves careers, colleges, and user progress systematically.</a:t>
            </a:r>
            <a:endParaRPr/>
          </a:p>
        </p:txBody>
      </p:sp>
      <p:pic>
        <p:nvPicPr>
          <p:cNvPr id="219" name="Google Shape;219;p18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381750" y="3708052"/>
            <a:ext cx="20002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8"/>
          <p:cNvSpPr txBox="1"/>
          <p:nvPr/>
        </p:nvSpPr>
        <p:spPr>
          <a:xfrm>
            <a:off x="6772275" y="3641377"/>
            <a:ext cx="4420552" cy="272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Notification System</a:t>
            </a:r>
            <a:endParaRPr/>
          </a:p>
        </p:txBody>
      </p:sp>
      <p:sp>
        <p:nvSpPr>
          <p:cNvPr id="221" name="Google Shape;221;p18"/>
          <p:cNvSpPr txBox="1"/>
          <p:nvPr/>
        </p:nvSpPr>
        <p:spPr>
          <a:xfrm>
            <a:off x="6772275" y="4085183"/>
            <a:ext cx="42100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Sends admission &amp; scholarship alerts automatically.</a:t>
            </a:r>
            <a:endParaRPr/>
          </a:p>
        </p:txBody>
      </p:sp>
      <p:sp>
        <p:nvSpPr>
          <p:cNvPr id="222" name="Google Shape;222;p18"/>
          <p:cNvSpPr txBox="1"/>
          <p:nvPr/>
        </p:nvSpPr>
        <p:spPr>
          <a:xfrm>
            <a:off x="762000" y="571500"/>
            <a:ext cx="11201400" cy="53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Why Different from ChatGPT?</a:t>
            </a:r>
            <a:endParaRPr/>
          </a:p>
        </p:txBody>
      </p:sp>
      <p:sp>
        <p:nvSpPr>
          <p:cNvPr id="223" name="Google Shape;223;p18"/>
          <p:cNvSpPr/>
          <p:nvPr/>
        </p:nvSpPr>
        <p:spPr>
          <a:xfrm>
            <a:off x="762000" y="1264890"/>
            <a:ext cx="10668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228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91400" y="1837283"/>
            <a:ext cx="4038600" cy="428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391400" y="1837283"/>
            <a:ext cx="4038600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19"/>
          <p:cNvSpPr txBox="1"/>
          <p:nvPr/>
        </p:nvSpPr>
        <p:spPr>
          <a:xfrm>
            <a:off x="762000" y="1689050"/>
            <a:ext cx="2980372" cy="239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2563E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Frontend</a:t>
            </a:r>
            <a:endParaRPr/>
          </a:p>
        </p:txBody>
      </p:sp>
      <p:sp>
        <p:nvSpPr>
          <p:cNvPr id="232" name="Google Shape;232;p19"/>
          <p:cNvSpPr/>
          <p:nvPr/>
        </p:nvSpPr>
        <p:spPr>
          <a:xfrm>
            <a:off x="762000" y="2014686"/>
            <a:ext cx="28384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9"/>
          <p:cNvSpPr txBox="1"/>
          <p:nvPr/>
        </p:nvSpPr>
        <p:spPr>
          <a:xfrm>
            <a:off x="3981450" y="1689050"/>
            <a:ext cx="2980372" cy="239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2563E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Backend</a:t>
            </a:r>
            <a:endParaRPr/>
          </a:p>
        </p:txBody>
      </p:sp>
      <p:sp>
        <p:nvSpPr>
          <p:cNvPr id="234" name="Google Shape;234;p19"/>
          <p:cNvSpPr/>
          <p:nvPr/>
        </p:nvSpPr>
        <p:spPr>
          <a:xfrm>
            <a:off x="3981450" y="2014686"/>
            <a:ext cx="28384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9"/>
          <p:cNvSpPr txBox="1"/>
          <p:nvPr/>
        </p:nvSpPr>
        <p:spPr>
          <a:xfrm>
            <a:off x="762000" y="3892748"/>
            <a:ext cx="2980372" cy="239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2563E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AI Layer</a:t>
            </a:r>
            <a:endParaRPr/>
          </a:p>
        </p:txBody>
      </p:sp>
      <p:sp>
        <p:nvSpPr>
          <p:cNvPr id="236" name="Google Shape;236;p19"/>
          <p:cNvSpPr/>
          <p:nvPr/>
        </p:nvSpPr>
        <p:spPr>
          <a:xfrm>
            <a:off x="762000" y="4218384"/>
            <a:ext cx="28384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9"/>
          <p:cNvSpPr txBox="1"/>
          <p:nvPr/>
        </p:nvSpPr>
        <p:spPr>
          <a:xfrm>
            <a:off x="3981450" y="3892748"/>
            <a:ext cx="2980372" cy="239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2563E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Database &amp; Services</a:t>
            </a:r>
            <a:endParaRPr/>
          </a:p>
        </p:txBody>
      </p:sp>
      <p:sp>
        <p:nvSpPr>
          <p:cNvPr id="238" name="Google Shape;238;p19"/>
          <p:cNvSpPr/>
          <p:nvPr/>
        </p:nvSpPr>
        <p:spPr>
          <a:xfrm>
            <a:off x="3981450" y="4218384"/>
            <a:ext cx="28384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9"/>
          <p:cNvSpPr txBox="1"/>
          <p:nvPr/>
        </p:nvSpPr>
        <p:spPr>
          <a:xfrm>
            <a:off x="762000" y="2167086"/>
            <a:ext cx="28384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 </a:t>
            </a:r>
            <a:r>
              <a:rPr lang="en-US" sz="13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React</a:t>
            </a:r>
            <a:endParaRPr/>
          </a:p>
        </p:txBody>
      </p:sp>
      <p:sp>
        <p:nvSpPr>
          <p:cNvPr id="240" name="Google Shape;240;p19"/>
          <p:cNvSpPr txBox="1"/>
          <p:nvPr/>
        </p:nvSpPr>
        <p:spPr>
          <a:xfrm>
            <a:off x="762000" y="2608957"/>
            <a:ext cx="28384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 </a:t>
            </a:r>
            <a:r>
              <a:rPr lang="en-US" sz="13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Dynamic dashboards</a:t>
            </a:r>
            <a:endParaRPr/>
          </a:p>
        </p:txBody>
      </p:sp>
      <p:sp>
        <p:nvSpPr>
          <p:cNvPr id="241" name="Google Shape;241;p19"/>
          <p:cNvSpPr txBox="1"/>
          <p:nvPr/>
        </p:nvSpPr>
        <p:spPr>
          <a:xfrm>
            <a:off x="762000" y="3050827"/>
            <a:ext cx="28384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 </a:t>
            </a:r>
            <a:r>
              <a:rPr lang="en-US" sz="13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Geolocation-based map view</a:t>
            </a:r>
            <a:endParaRPr/>
          </a:p>
        </p:txBody>
      </p:sp>
      <p:sp>
        <p:nvSpPr>
          <p:cNvPr id="242" name="Google Shape;242;p19"/>
          <p:cNvSpPr txBox="1"/>
          <p:nvPr/>
        </p:nvSpPr>
        <p:spPr>
          <a:xfrm>
            <a:off x="3981450" y="2167086"/>
            <a:ext cx="28384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 </a:t>
            </a:r>
            <a:r>
              <a:rPr lang="en-US" sz="13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FastAPI (Python)</a:t>
            </a:r>
            <a:endParaRPr/>
          </a:p>
        </p:txBody>
      </p:sp>
      <p:sp>
        <p:nvSpPr>
          <p:cNvPr id="243" name="Google Shape;243;p19"/>
          <p:cNvSpPr txBox="1"/>
          <p:nvPr/>
        </p:nvSpPr>
        <p:spPr>
          <a:xfrm>
            <a:off x="3981450" y="2608957"/>
            <a:ext cx="28384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 </a:t>
            </a:r>
            <a:r>
              <a:rPr lang="en-US" sz="13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Modular API architecture</a:t>
            </a:r>
            <a:endParaRPr/>
          </a:p>
        </p:txBody>
      </p:sp>
      <p:sp>
        <p:nvSpPr>
          <p:cNvPr id="244" name="Google Shape;244;p19"/>
          <p:cNvSpPr txBox="1"/>
          <p:nvPr/>
        </p:nvSpPr>
        <p:spPr>
          <a:xfrm>
            <a:off x="3981450" y="3050827"/>
            <a:ext cx="28384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 </a:t>
            </a:r>
            <a:r>
              <a:rPr lang="en-US" sz="13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Authentication &amp; user services</a:t>
            </a:r>
            <a:endParaRPr/>
          </a:p>
        </p:txBody>
      </p:sp>
      <p:sp>
        <p:nvSpPr>
          <p:cNvPr id="245" name="Google Shape;245;p19"/>
          <p:cNvSpPr txBox="1"/>
          <p:nvPr/>
        </p:nvSpPr>
        <p:spPr>
          <a:xfrm>
            <a:off x="762000" y="4370784"/>
            <a:ext cx="283845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 </a:t>
            </a:r>
            <a:r>
              <a:rPr lang="en-US" sz="13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Machine Learning &amp; LLM Engine</a:t>
            </a:r>
            <a:endParaRPr/>
          </a:p>
        </p:txBody>
      </p:sp>
      <p:sp>
        <p:nvSpPr>
          <p:cNvPr id="246" name="Google Shape;246;p19"/>
          <p:cNvSpPr txBox="1"/>
          <p:nvPr/>
        </p:nvSpPr>
        <p:spPr>
          <a:xfrm>
            <a:off x="762000" y="4995564"/>
            <a:ext cx="283845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 </a:t>
            </a:r>
            <a:r>
              <a:rPr lang="en-US" sz="13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RAG (Retrieval-Augmented Generation)</a:t>
            </a:r>
            <a:endParaRPr/>
          </a:p>
        </p:txBody>
      </p:sp>
      <p:sp>
        <p:nvSpPr>
          <p:cNvPr id="247" name="Google Shape;247;p19"/>
          <p:cNvSpPr txBox="1"/>
          <p:nvPr/>
        </p:nvSpPr>
        <p:spPr>
          <a:xfrm>
            <a:off x="762000" y="5620345"/>
            <a:ext cx="28384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 </a:t>
            </a:r>
            <a:r>
              <a:rPr lang="en-US" sz="13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Vector DB (Chroma/FAISS)</a:t>
            </a:r>
            <a:endParaRPr/>
          </a:p>
        </p:txBody>
      </p:sp>
      <p:sp>
        <p:nvSpPr>
          <p:cNvPr id="248" name="Google Shape;248;p19"/>
          <p:cNvSpPr txBox="1"/>
          <p:nvPr/>
        </p:nvSpPr>
        <p:spPr>
          <a:xfrm>
            <a:off x="3981450" y="4370784"/>
            <a:ext cx="28384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 </a:t>
            </a:r>
            <a:r>
              <a:rPr lang="en-US" sz="13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PostgreSQL</a:t>
            </a:r>
            <a:endParaRPr/>
          </a:p>
        </p:txBody>
      </p:sp>
      <p:sp>
        <p:nvSpPr>
          <p:cNvPr id="249" name="Google Shape;249;p19"/>
          <p:cNvSpPr txBox="1"/>
          <p:nvPr/>
        </p:nvSpPr>
        <p:spPr>
          <a:xfrm>
            <a:off x="3981450" y="4812655"/>
            <a:ext cx="28384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 </a:t>
            </a:r>
            <a:r>
              <a:rPr lang="en-US" sz="13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Email Notification (SendGrid)</a:t>
            </a:r>
            <a:endParaRPr/>
          </a:p>
        </p:txBody>
      </p:sp>
      <p:sp>
        <p:nvSpPr>
          <p:cNvPr id="250" name="Google Shape;250;p19"/>
          <p:cNvSpPr txBox="1"/>
          <p:nvPr/>
        </p:nvSpPr>
        <p:spPr>
          <a:xfrm>
            <a:off x="762000" y="571500"/>
            <a:ext cx="11201400" cy="53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Technical Architecture</a:t>
            </a:r>
            <a:endParaRPr/>
          </a:p>
        </p:txBody>
      </p:sp>
      <p:sp>
        <p:nvSpPr>
          <p:cNvPr id="251" name="Google Shape;251;p19"/>
          <p:cNvSpPr/>
          <p:nvPr/>
        </p:nvSpPr>
        <p:spPr>
          <a:xfrm>
            <a:off x="762000" y="1264890"/>
            <a:ext cx="10668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20"/>
          <p:cNvSpPr txBox="1"/>
          <p:nvPr/>
        </p:nvSpPr>
        <p:spPr>
          <a:xfrm>
            <a:off x="495300" y="2356544"/>
            <a:ext cx="11201400" cy="104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0" i="0" u="none" strike="noStrike" cap="none">
                <a:solidFill>
                  <a:srgbClr val="0F172A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Thank You</a:t>
            </a:r>
            <a:endParaRPr/>
          </a:p>
        </p:txBody>
      </p:sp>
      <p:sp>
        <p:nvSpPr>
          <p:cNvPr id="258" name="Google Shape;258;p20"/>
          <p:cNvSpPr txBox="1"/>
          <p:nvPr/>
        </p:nvSpPr>
        <p:spPr>
          <a:xfrm>
            <a:off x="762000" y="3899594"/>
            <a:ext cx="10668000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Open for Questions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359</Words>
  <Application>Microsoft Office PowerPoint</Application>
  <PresentationFormat>Widescreen</PresentationFormat>
  <Paragraphs>71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Inter</vt:lpstr>
      <vt:lpstr>Plus Jakarta Sans ExtraBold</vt:lpstr>
      <vt:lpstr>Plus Jakarta Sans</vt:lpstr>
      <vt:lpstr>Calibri</vt:lpstr>
      <vt:lpstr>Arial</vt:lpstr>
      <vt:lpstr>Inter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Navnish Pandey</cp:lastModifiedBy>
  <cp:revision>1</cp:revision>
  <dcterms:modified xsi:type="dcterms:W3CDTF">2025-12-05T04:06:05Z</dcterms:modified>
</cp:coreProperties>
</file>